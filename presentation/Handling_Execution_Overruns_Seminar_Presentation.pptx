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WCET</c:v>
                  </c:pt>
                  <c:pt idx="1">
                    <c:v>Normal</c:v>
                  </c:pt>
                  <c:pt idx="2">
                    <c:v>Handled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47104"/>
            <a:ext cx="1120140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Handling Execution Overruns • Seminar Project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Handling Execution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Overruns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real-time control systems • CBS/CBShd • Prototype simulation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5166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Christian Percival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 Engineering • Hochschule Hamm-Lippstadt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182112"/>
            <a:ext cx="5577840" cy="0"/>
          </a:xfrm>
          <a:prstGeom prst="line">
            <a:avLst/>
          </a:prstGeom>
          <a:noFill/>
          <a:ln w="25400">
            <a:solidFill>
              <a:srgbClr val="22C8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20299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83880" y="2377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 hard real-time system stay safe when a task suddenly needs more execution time than expected?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execution overruns matter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real-time is not just “fast” — it must be predictable.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459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deadline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2057400"/>
            <a:ext cx="294436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late result can be useless or dangerous in control systems. Correct value + wrong time = wrong behavior.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6459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WCET-only scheduling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2057400"/>
            <a:ext cx="294436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but often pessimistic: reserves time for the rare worst case every cycle, lowering normal-case performance.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6459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 execution time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2057400"/>
            <a:ext cx="294436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Vision, tracking, and sensor processing often run fast normally but become expensive in exceptional cases.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88720" y="3977640"/>
            <a:ext cx="2194560" cy="640080"/>
          </a:xfrm>
          <a:prstGeom prst="chevron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41970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Unsafe if overruns are ignored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3977640"/>
            <a:ext cx="2194560" cy="64008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41970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</a:rPr>
              <a:t>Inefficient if always WCET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3977640"/>
            <a:ext cx="2194560" cy="640080"/>
          </a:xfrm>
          <a:prstGeom prst="chevron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68512" y="41970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Goal: bounded adaptation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Execution overrun = actual runtime exceeds the expected/reserved budget, not simply finishing below WCET.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" y="6254496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Refs: Caccamo, Buttazzo &amp; Sha (2002); Buttazzo, Hard Real-Time Computing Systems (2024).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Motivating example: visual tracking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frames are cheap; difficult frames force larger search regions.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5074920" cy="3794760"/>
          </a:xfrm>
          <a:prstGeom prst="roundRect">
            <a:avLst>
              <a:gd name="adj" fmla="val 1928"/>
            </a:avLst>
          </a:prstGeom>
          <a:solidFill>
            <a:srgbClr val="EEF6FF"/>
          </a:solidFill>
          <a:ln w="12700">
            <a:solidFill>
              <a:srgbClr val="AAC7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27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Synthetic image frame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97480" y="2606040"/>
            <a:ext cx="822960" cy="685800"/>
          </a:xfrm>
          <a:prstGeom prst="rect">
            <a:avLst/>
          </a:prstGeom>
          <a:solidFill>
            <a:srgbClr val="DBEAFE">
              <a:alpha val="6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24912" y="2697480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</a:rPr>
              <a:t>small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</a:rPr>
              <a:t>predicted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</a:rPr>
              <a:t>window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48840" y="2103120"/>
            <a:ext cx="1920240" cy="1645920"/>
          </a:xfrm>
          <a:prstGeom prst="rect">
            <a:avLst/>
          </a:prstGeom>
          <a:solidFill>
            <a:srgbClr val="D1FAE5">
              <a:alpha val="2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828800"/>
            <a:ext cx="4343400" cy="2971800"/>
          </a:xfrm>
          <a:prstGeom prst="rect">
            <a:avLst/>
          </a:prstGeom>
          <a:solidFill>
            <a:srgbClr val="FEE2E2">
              <a:alpha val="12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416052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444398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object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391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1. Small window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3134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fast normal case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7818120" y="2267712"/>
            <a:ext cx="512064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28432" y="187452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20391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2. Medium window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19872" y="23134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partial overrun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445752" y="2267712"/>
            <a:ext cx="512064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56064" y="187452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7504" y="20391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3. Full 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47504" y="23134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worst case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400800" y="32461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Overrun behavior is input-dependent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3639312"/>
            <a:ext cx="4663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The difficult input does not change the task identity — it changes how much work the task must do before it can produce the control result.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6254496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paper motivation: variable visual tracking/search window execution time.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exactly is an overrun?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exceeds its normal/reserved execution budget.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99669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11096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07792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04488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01184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94576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1272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87968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84664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2404872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0" y="2350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1874520"/>
            <a:ext cx="20116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202996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normal runtime  cn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2743200"/>
            <a:ext cx="20116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2743200"/>
            <a:ext cx="14173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289864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overrun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468880"/>
            <a:ext cx="0" cy="105156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58444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deadline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01168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Normal job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288036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Overrun job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1508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Key relation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1892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Actual execution time: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49640" y="1810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ci &gt; cin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0" y="2423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Overrun amount: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49640" y="23408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ci − cin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31546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WCET remains the safety bound, but using WCET for every job can waste bandwidth when overruns are rare.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6254496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Notation: ci = actual execution time, cin = normal computation time.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scheduling strategies to compare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is useful for the implementation and the final paper.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73152" cy="301752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54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WCET-based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1965960"/>
            <a:ext cx="294436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worst-case time for every job.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strong safety if WCET is correct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wasted CPU in normal cases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25880"/>
            <a:ext cx="73152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554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Normal-budget only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965960"/>
            <a:ext cx="294436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normal execution time only.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high normal-case frequency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 overruns can cause deadline misses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3258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325880"/>
            <a:ext cx="73152" cy="30175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54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Overrun-handled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1965960"/>
            <a:ext cx="294436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 normal budget, but detect and account for extra execution with a deadline/bandwidth rule.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balances efficiency and protection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The prototype should show the tradeoff visually: safe-but-slow vs fast-but-unsafe vs adaptive-with-bounds.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Rate adaptation and control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control frequency improves response, but consumes more CPU.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</a:rPr>
              <a:t>Performance Loss Index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18745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ΔJi(fi) = αi e−βi fi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37490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fi = task / sampling frequency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αi = magnitude of loss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βi = decay 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• lower ΔJ means better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5257800"/>
            <a:ext cx="4754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828800"/>
            <a:ext cx="0" cy="34290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2057400"/>
            <a:ext cx="502920" cy="6858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743200"/>
            <a:ext cx="640080" cy="59436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3337560"/>
            <a:ext cx="731520" cy="4572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794760"/>
            <a:ext cx="914400" cy="36576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4160520"/>
            <a:ext cx="1051560" cy="24688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38360" y="4407408"/>
            <a:ext cx="640080" cy="118872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16200000">
            <a:off x="5166360" y="2514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performance loss ΔJ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35240" y="54406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frequency fi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4173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as frequency increases, loss decreases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5806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Rate adaptation idea: run faster during normal cases; slow or postpone only when bounded overruns occur.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254496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PLI model follows Seto et al. and is used by Caccamo et al. for frequency optimization.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CBS and CBShd: isolate the overrun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overrun should mainly affect the task that caused it.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Server parameters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Budget  Qs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Period  Ts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Bandwidth  Us = Qs/Ts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023360" y="1417320"/>
            <a:ext cx="3200400" cy="35204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664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CBS behavior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2176272"/>
            <a:ext cx="23774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1. Task consumes budget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2. Budget exhausted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3. Deadline postponed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4. Budget replenished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5. Task continues later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96912" y="3154680"/>
            <a:ext cx="6400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83880" y="141732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664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CBShd improvement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0" y="2194560"/>
            <a:ext cx="2651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If remaining overrun is small, recharge only what is needed and postpone the deadline less.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680" y="37033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388620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less pessimistic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55321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Temporal isolation: other tasks should not lose their guarantees because one task has a difficult input.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6254496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CBS: Abeni &amp; Buttazzo (1998); CBShd: Caccamo, Buttazzo &amp; Sha (2002).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simulation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learning prototype, not a kernel-level real-time scheduler.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27432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Generate images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58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easy / medium / hard / missing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75888" y="2176272"/>
            <a:ext cx="74980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60520" y="1600200"/>
            <a:ext cx="27432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Image search 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258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small → medium → full region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67728" y="2176272"/>
            <a:ext cx="74980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360" y="1600200"/>
            <a:ext cx="27432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Timing log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9520" y="2258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runtime, overrun, deadline miss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Recommended: Python + NumPy/OpenCV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858768"/>
            <a:ext cx="4023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Fast to build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Easy CSV logging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Easy plotting for final paper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Synthetic images give controlled WCET cases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Optional formal view: UPPAAL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3858768"/>
            <a:ext cx="4023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Model task states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Verify deadline properties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Show unsafe normal-only strategy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• Better for proof than runtime plots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5806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Prototype claim: controlled timing experiment and scheduling simulation for learning and demonstration.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prototype should show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patterns before real measurements are collected.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Runtime per frame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93776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4572000"/>
            <a:ext cx="3977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057400"/>
            <a:ext cx="0" cy="2514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3813048"/>
            <a:ext cx="39776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6672" y="34564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normal budget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17320" y="4209898"/>
            <a:ext cx="164592" cy="36210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9928" y="4129430"/>
            <a:ext cx="164592" cy="44257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02536" y="4169664"/>
            <a:ext cx="16459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95144" y="3686861"/>
            <a:ext cx="164592" cy="885139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4089197"/>
            <a:ext cx="164592" cy="482803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2721254"/>
            <a:ext cx="164592" cy="1850746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4129430"/>
            <a:ext cx="164592" cy="44257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5576" y="4169664"/>
            <a:ext cx="16459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2399386"/>
            <a:ext cx="164592" cy="217261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50792" y="4209898"/>
            <a:ext cx="164592" cy="36210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4089197"/>
            <a:ext cx="164592" cy="482803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6008" y="3123590"/>
            <a:ext cx="164592" cy="144841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2984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Deadline misses per strategy</a:t>
            </a:r>
            <a:endParaRPr lang="en-US" sz="15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00800" y="169164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1005840" y="5321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05840" y="565099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WCET is safe but slow; normal-only is fast but unsafe; handled scheduling should reduce uncontrolled misses and show the purpose of budget-based overrun management.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UPPAAL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formal verification to complement the software timing demo.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33832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459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automaton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057400"/>
            <a:ext cx="3127248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States: Idle → NormalExec → OverrunExec → Complete / DeadlineMiss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chooses easy, medium, hard, or missing input.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417320"/>
            <a:ext cx="73152" cy="33832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6459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automaton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2312" y="2057400"/>
            <a:ext cx="3127248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budget and deadline.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budget is exhausted, deadline is postponed according to the handling rule.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1417320"/>
            <a:ext cx="301752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417320"/>
            <a:ext cx="73152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7072" y="16459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77072" y="2057400"/>
            <a:ext cx="2578608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Handled strategy: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A[] not deadline_missed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strategy: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E&lt;&gt; deadline_missed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Use UPPAAL for “can a deadline miss occur?”; use Python/C++ for measured execution-time plots.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Handling overruns balances predictability and efficiency.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0332720" cy="100584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BBD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783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Execution overruns are dangerous because one unexpectedly long task can break timing guarantees for the entire task set.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97180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97180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320040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24712" y="3611880"/>
            <a:ext cx="29443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adaptation, CBS, and CBShd provide a structured way to handle variable execution while keeping bounded behavior.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297180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320040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0872" y="3611880"/>
            <a:ext cx="29443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image search can demonstrate normal runtime, overrun spikes, deadline misses, and simplified handling.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2971800"/>
            <a:ext cx="33832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97180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320040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view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57032" y="3611880"/>
            <a:ext cx="294436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hardest practical issues are WCET estimation, OS jitter, scheduler overhead, and shared resource blocking.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Discussion question: Would a simplified overrun handler be useful for perception-heavy embedded systems, or is WCET estimation still the bottleneck?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in the paper and presentation.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78992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</a:rPr>
              <a:t>[1]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M. Caccamo, G. Buttazzo, and L. Sha, “Handling Execution Overruns in Hard Real-Time Control Systems,” IEEE Transactions on Computers, 2002.
</a:t>
            </a:r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</a:rPr>
              <a:t>[2]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G. Buttazzo, Hard Real-Time Computing Systems: Predictable Scheduling Algorithms and Applications, 4th ed., Springer, 2024.
</a:t>
            </a:r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</a:rPr>
              <a:t>[3]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L. Abeni and G. Buttazzo, “Integrating Multimedia Applications in Hard Real-Time Systems,” RTSS, 1998.
</a:t>
            </a:r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</a:rPr>
              <a:t>[4]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C. L. Liu and J. W. Layland, “Scheduling Algorithms for Multiprogramming in a Hard-Real-Time Environment,” JACM, 1973.
</a:t>
            </a:r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</a:rPr>
              <a:t>[5]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D. Seto, J. P. Lehoczky, L. Sha, and K. G. Shin, “On Task Schedulability in Real-Time Control Systems,” RTSS, 1996.
</a:t>
            </a:r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</a:rPr>
              <a:t>[6]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T. P. Baker, “Stack-Based Scheduling of Realtime Processes,” Real-Time Systems, 1991.
</a:t>
            </a:r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</a:rPr>
              <a:t>[7]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G. Bradski, “The OpenCV Library,” Dr. Dobb’s Journal of Software Tools, 2000.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58978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Note: Implementation results are proposed/expected until measured data are collected.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B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Hochschule Hamm-Lippstadt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Execution Overruns</dc:title>
  <dc:subject>Handling execution overruns in hard real-time control systems</dc:subject>
  <dc:creator>Christian Percival</dc:creator>
  <cp:lastModifiedBy>Christian Percival</cp:lastModifiedBy>
  <cp:revision>1</cp:revision>
  <dcterms:created xsi:type="dcterms:W3CDTF">2026-06-13T10:52:34Z</dcterms:created>
  <dcterms:modified xsi:type="dcterms:W3CDTF">2026-06-13T10:52:34Z</dcterms:modified>
</cp:coreProperties>
</file>